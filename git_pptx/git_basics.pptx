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173212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74356" y="1390650"/>
            <a:ext cx="40304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10307" y="2570113"/>
            <a:ext cx="352338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基础用法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535933" y="3617863"/>
            <a:ext cx="20721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版本控制入门指南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41650" y="4552950"/>
            <a:ext cx="23059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快速掌握 Git 核心命令与工作流程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54789" y="4800600"/>
            <a:ext cx="277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Git？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93627"/>
            <a:ext cx="829066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2500"/>
              </a:spcAft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是一个分布式版本控制系统，用于跟踪文件的更改并协调多人协作开发。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36118"/>
            <a:ext cx="2540050" cy="1415802"/>
          </a:xfrm>
          <a:prstGeom prst="roundRect">
            <a:avLst>
              <a:gd name="adj" fmla="val 717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2036118"/>
            <a:ext cx="0" cy="1415802"/>
          </a:xfrm>
          <a:prstGeom prst="line">
            <a:avLst/>
          </a:prstGeom>
          <a:noFill/>
          <a:ln w="47625">
            <a:solidFill>
              <a:srgbClr val="8C0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476" y="2290018"/>
            <a:ext cx="20243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476" y="2702719"/>
            <a:ext cx="20243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每个开发者都有完整的代码仓库副本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01901" y="2036118"/>
            <a:ext cx="2540198" cy="1415802"/>
          </a:xfrm>
          <a:prstGeom prst="roundRect">
            <a:avLst>
              <a:gd name="adj" fmla="val 717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25713" y="2036118"/>
            <a:ext cx="0" cy="1415802"/>
          </a:xfrm>
          <a:prstGeom prst="line">
            <a:avLst/>
          </a:prstGeom>
          <a:noFill/>
          <a:ln w="47625">
            <a:solidFill>
              <a:srgbClr val="8C0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3427" y="2290018"/>
            <a:ext cx="20244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03427" y="2702719"/>
            <a:ext cx="20244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快速处理从小型到大型项目的版本管理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0" y="2036118"/>
            <a:ext cx="2540050" cy="1415802"/>
          </a:xfrm>
          <a:prstGeom prst="roundRect">
            <a:avLst>
              <a:gd name="adj" fmla="val 717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19813" y="2036118"/>
            <a:ext cx="0" cy="1415802"/>
          </a:xfrm>
          <a:prstGeom prst="line">
            <a:avLst/>
          </a:prstGeom>
          <a:noFill/>
          <a:ln w="47625">
            <a:solidFill>
              <a:srgbClr val="8C0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7526" y="2290018"/>
            <a:ext cx="20243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97526" y="2702719"/>
            <a:ext cx="20243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轻松创建和合并分支进行并行开发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54789" y="4800600"/>
            <a:ext cx="277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基本概念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30077"/>
            <a:ext cx="359185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三个工作区域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873002"/>
            <a:ext cx="35918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通过三个区域来管理代码的版本控制流程，理解这三个区域是使用 Git 的基础。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2622203"/>
            <a:ext cx="359185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文件在这三个区域之间流转，最终被永久保存到仓库中。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10373" y="1330077"/>
            <a:ext cx="4225677" cy="1034951"/>
          </a:xfrm>
          <a:prstGeom prst="roundRect">
            <a:avLst>
              <a:gd name="adj" fmla="val 9817"/>
            </a:avLst>
          </a:prstGeom>
          <a:solidFill>
            <a:srgbClr val="EBF8FF"/>
          </a:solidFill>
          <a:ln w="19050">
            <a:solidFill>
              <a:srgbClr val="3182C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3323" y="1539627"/>
            <a:ext cx="37533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工作区 (Working Directory)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83323" y="1926878"/>
            <a:ext cx="3753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实际编辑文件的目录，你在这里修改代码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10373" y="2555528"/>
            <a:ext cx="4225677" cy="1034951"/>
          </a:xfrm>
          <a:prstGeom prst="roundRect">
            <a:avLst>
              <a:gd name="adj" fmla="val 9817"/>
            </a:avLst>
          </a:prstGeom>
          <a:solidFill>
            <a:srgbClr val="FEFCBF"/>
          </a:solidFill>
          <a:ln w="19050">
            <a:solidFill>
              <a:srgbClr val="D69E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83323" y="2765078"/>
            <a:ext cx="37533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暂存区 (Staging Area)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3323" y="3152329"/>
            <a:ext cx="3753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7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准备提交的更改，下一次提交的内容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10373" y="3780979"/>
            <a:ext cx="4225677" cy="1034951"/>
          </a:xfrm>
          <a:prstGeom prst="roundRect">
            <a:avLst>
              <a:gd name="adj" fmla="val 9817"/>
            </a:avLst>
          </a:prstGeom>
          <a:solidFill>
            <a:srgbClr val="C6F6D5"/>
          </a:solidFill>
          <a:ln w="19050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83323" y="3990529"/>
            <a:ext cx="37533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 (Repository)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3323" y="4377779"/>
            <a:ext cx="3753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5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永久保存的版本历史，所有提交记录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54789" y="4800600"/>
            <a:ext cx="277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初始化与配置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30077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开始使用 Git 的第一步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936403"/>
            <a:ext cx="3936950" cy="383977"/>
          </a:xfrm>
          <a:prstGeom prst="roundRect">
            <a:avLst>
              <a:gd name="adj" fmla="val 1984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2037904"/>
            <a:ext cx="3627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35401" y="2004566"/>
            <a:ext cx="23267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在当前目录创建新的 Git 仓库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472779"/>
            <a:ext cx="3936950" cy="383977"/>
          </a:xfrm>
          <a:prstGeom prst="roundRect">
            <a:avLst>
              <a:gd name="adj" fmla="val 1984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450" y="2574280"/>
            <a:ext cx="3627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[url]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5401" y="2540943"/>
            <a:ext cx="163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克隆远程仓库到本地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3009156"/>
            <a:ext cx="3936950" cy="431602"/>
          </a:xfrm>
          <a:prstGeom prst="roundRect">
            <a:avLst>
              <a:gd name="adj" fmla="val 1765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8450" y="3110657"/>
            <a:ext cx="36270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"名字"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5401" y="3101132"/>
            <a:ext cx="12690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设置全局用户名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3593157"/>
            <a:ext cx="3980111" cy="431602"/>
          </a:xfrm>
          <a:prstGeom prst="roundRect">
            <a:avLst>
              <a:gd name="adj" fmla="val 17655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450" y="3694658"/>
            <a:ext cx="36710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"邮箱"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8561" y="3685133"/>
            <a:ext cx="1450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设置全局邮箱地址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54789" y="4800600"/>
            <a:ext cx="277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日常操作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527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最常用的 Git 命令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809452"/>
            <a:ext cx="2844701" cy="323850"/>
          </a:xfrm>
          <a:prstGeom prst="roundRect">
            <a:avLst>
              <a:gd name="adj" fmla="val 235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885652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43151" y="1857077"/>
            <a:ext cx="2188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查看当前工作区和暂存区状态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260253"/>
            <a:ext cx="2844701" cy="361950"/>
          </a:xfrm>
          <a:prstGeom prst="roundRect">
            <a:avLst>
              <a:gd name="adj" fmla="val 2105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336453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[文件]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3151" y="2326928"/>
            <a:ext cx="1515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将文件添加到暂存区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2749153"/>
            <a:ext cx="2844701" cy="361950"/>
          </a:xfrm>
          <a:prstGeom prst="roundRect">
            <a:avLst>
              <a:gd name="adj" fmla="val 2105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2825353"/>
            <a:ext cx="259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"说明"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3151" y="2815828"/>
            <a:ext cx="185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提交暂存区的更改到仓库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950" y="3238054"/>
            <a:ext cx="2844701" cy="323850"/>
          </a:xfrm>
          <a:prstGeom prst="roundRect">
            <a:avLst>
              <a:gd name="adj" fmla="val 235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3314254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43151" y="3285679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查看提交历史记录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950" y="3688854"/>
            <a:ext cx="2844701" cy="323850"/>
          </a:xfrm>
          <a:prstGeom prst="roundRect">
            <a:avLst>
              <a:gd name="adj" fmla="val 235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0350" y="3765054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43151" y="3736479"/>
            <a:ext cx="1683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查看未暂存的更改内容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54789" y="4800600"/>
            <a:ext cx="277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分支管理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66527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分支是 Git 的核心功能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809452"/>
            <a:ext cx="3098750" cy="323850"/>
          </a:xfrm>
          <a:prstGeom prst="roundRect">
            <a:avLst>
              <a:gd name="adj" fmla="val 23529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885652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97201" y="1857077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列出所有本地分支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260253"/>
            <a:ext cx="3098750" cy="361950"/>
          </a:xfrm>
          <a:prstGeom prst="roundRect">
            <a:avLst>
              <a:gd name="adj" fmla="val 2105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336453"/>
            <a:ext cx="2849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[分支名]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97201" y="2326928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创建新分支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2749153"/>
            <a:ext cx="3098750" cy="361950"/>
          </a:xfrm>
          <a:prstGeom prst="roundRect">
            <a:avLst>
              <a:gd name="adj" fmla="val 2105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2825353"/>
            <a:ext cx="2849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[分支名]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7201" y="2815828"/>
            <a:ext cx="1178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切换到指定分支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950" y="3238054"/>
            <a:ext cx="3098750" cy="361950"/>
          </a:xfrm>
          <a:prstGeom prst="roundRect">
            <a:avLst>
              <a:gd name="adj" fmla="val 2105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3314254"/>
            <a:ext cx="2849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[分支名]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7201" y="3304729"/>
            <a:ext cx="202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将指定分支合并到当前分支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950" y="3726954"/>
            <a:ext cx="3098750" cy="361950"/>
          </a:xfrm>
          <a:prstGeom prst="roundRect">
            <a:avLst>
              <a:gd name="adj" fmla="val 21053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0350" y="3803154"/>
            <a:ext cx="2849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56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[分支名]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97201" y="3793629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删除已合并的分支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54789" y="4800600"/>
            <a:ext cx="277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工作流程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30077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典型的 Git 工作流程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88950" y="2036415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03230" y="2214116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5251" y="2671316"/>
            <a:ext cx="12953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修改代码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5251" y="2982367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在工作区编辑文件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6250" y="2433191"/>
            <a:ext cx="2850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74950" y="1936403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9230" y="211410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1251" y="2571304"/>
            <a:ext cx="12953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暂存更改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1251" y="2882354"/>
            <a:ext cx="12953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添加到暂存区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2250" y="2433191"/>
            <a:ext cx="2850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61099" y="2036415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75379" y="2214116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67400" y="2671316"/>
            <a:ext cx="12953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提交更改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67400" y="2982367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保存版本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18250" y="2433191"/>
            <a:ext cx="2850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747099" y="1936403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1379" y="211410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53400" y="2571304"/>
            <a:ext cx="12953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推送远程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53400" y="2882354"/>
            <a:ext cx="12953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同步到服务器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3599855"/>
            <a:ext cx="8128099" cy="628650"/>
          </a:xfrm>
          <a:prstGeom prst="roundRect">
            <a:avLst>
              <a:gd name="adj" fmla="val 16162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1763" y="3599855"/>
            <a:ext cx="0" cy="628650"/>
          </a:xfrm>
          <a:prstGeom prst="line">
            <a:avLst/>
          </a:prstGeom>
          <a:noFill/>
          <a:ln w="47625">
            <a:solidFill>
              <a:srgbClr val="8C0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476" y="3790355"/>
            <a:ext cx="77241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提示：养成频繁提交的习惯，每次提交应该是原子性的、有意义的更改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54789" y="4800600"/>
            <a:ext cx="277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5656" y="1055787"/>
            <a:ext cx="93268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11448" y="2074962"/>
            <a:ext cx="634901" cy="634901"/>
          </a:xfrm>
          <a:prstGeom prst="roundRect">
            <a:avLst>
              <a:gd name="adj" fmla="val 16003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85634" y="230668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2169" y="2862263"/>
            <a:ext cx="1813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理解概念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2169" y="3211413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工作区、暂存区、仓库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6800" y="2074962"/>
            <a:ext cx="634901" cy="634901"/>
          </a:xfrm>
          <a:prstGeom prst="roundRect">
            <a:avLst>
              <a:gd name="adj" fmla="val 16003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80986" y="230668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17521" y="2862263"/>
            <a:ext cx="1813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掌握命令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17521" y="3211413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add、commit、push、pull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2151" y="2074962"/>
            <a:ext cx="634901" cy="634901"/>
          </a:xfrm>
          <a:prstGeom prst="roundRect">
            <a:avLst>
              <a:gd name="adj" fmla="val 16003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76337" y="230668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12872" y="2862263"/>
            <a:ext cx="1813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善用分支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12872" y="3211413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并行开发、隔离变更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97502" y="2074962"/>
            <a:ext cx="634901" cy="634901"/>
          </a:xfrm>
          <a:prstGeom prst="roundRect">
            <a:avLst>
              <a:gd name="adj" fmla="val 16003"/>
            </a:avLst>
          </a:prstGeom>
          <a:solidFill>
            <a:srgbClr val="8C06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71688" y="230668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08223" y="2862263"/>
            <a:ext cx="1813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勤于提交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08223" y="3211413"/>
            <a:ext cx="18134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小步快跑、原子提交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31296" y="3801963"/>
            <a:ext cx="32812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现在开始使用 Git 管理你的代码吧！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54789" y="4800600"/>
            <a:ext cx="277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C0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基础用法</dc:title>
  <dc:subject>版本控制入门指南</dc:subject>
  <dc:creator>Claude Code</dc:creator>
  <cp:lastModifiedBy>Claude Code</cp:lastModifiedBy>
  <cp:revision>1</cp:revision>
  <dcterms:created xsi:type="dcterms:W3CDTF">2026-03-18T12:03:58Z</dcterms:created>
  <dcterms:modified xsi:type="dcterms:W3CDTF">2026-03-18T12:03:58Z</dcterms:modified>
</cp:coreProperties>
</file>