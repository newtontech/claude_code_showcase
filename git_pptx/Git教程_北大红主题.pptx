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hm/Desktop/DP_toC/claude_code_showcase/git_pptx/images/g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450" y="493961"/>
            <a:ext cx="888950" cy="888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7619" y="1763911"/>
            <a:ext cx="538876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基础与高阶用法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888334" y="2811661"/>
            <a:ext cx="33673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从入门到精通的版本控制指南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302050" y="3544937"/>
            <a:ext cx="2539901" cy="38100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49395" y="4090839"/>
            <a:ext cx="16578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第一章：基本用法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49395" y="4439989"/>
            <a:ext cx="16578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概念与日常操作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6746" y="4090839"/>
            <a:ext cx="16578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第二章：高阶用法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6746" y="4439989"/>
            <a:ext cx="16578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分支管理与高级技巧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2707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1896" y="1198513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5901" y="1160413"/>
            <a:ext cx="9326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基本用法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5901" y="1698575"/>
            <a:ext cx="3368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什么是 Git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5901" y="2028676"/>
            <a:ext cx="3368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Git 基本概念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5901" y="2358777"/>
            <a:ext cx="3368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初始化与配置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5901" y="2688878"/>
            <a:ext cx="3368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日常操作命令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5901" y="3018979"/>
            <a:ext cx="3368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工作流程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5901" y="112707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9846" y="1198513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3851" y="1160413"/>
            <a:ext cx="9326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高阶用法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3851" y="1698575"/>
            <a:ext cx="336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分支管理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33851" y="2028676"/>
            <a:ext cx="336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远程仓库操作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33851" y="2358777"/>
            <a:ext cx="33682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Git Rebase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33851" y="2660303"/>
            <a:ext cx="33682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Git Stash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33851" y="2961829"/>
            <a:ext cx="336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冲突解决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C0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312962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30613" y="1530400"/>
            <a:ext cx="288277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483864" y="2582763"/>
            <a:ext cx="217627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基本用法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522726" y="3516213"/>
            <a:ext cx="20985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概念理解与日常操作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Git？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398335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是一个分布式版本控制系统，由 Linus Torvalds 于 2005 年创建，用于跟踪文件的更改并协调多人协作开发。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2257127"/>
            <a:ext cx="3905250" cy="749201"/>
          </a:xfrm>
          <a:prstGeom prst="roundRect">
            <a:avLst>
              <a:gd name="adj" fmla="val 10171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2257127"/>
            <a:ext cx="0" cy="749201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2384078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分布式架构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50" y="2650778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每个开发者都有完整的代码仓库副本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3107829"/>
            <a:ext cx="3905250" cy="749201"/>
          </a:xfrm>
          <a:prstGeom prst="roundRect">
            <a:avLst>
              <a:gd name="adj" fmla="val 10171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3107829"/>
            <a:ext cx="0" cy="749201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3234779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高效快速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450" y="3501479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本地操作速度快，支持大型项目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3958530"/>
            <a:ext cx="3905250" cy="749201"/>
          </a:xfrm>
          <a:prstGeom prst="roundRect">
            <a:avLst>
              <a:gd name="adj" fmla="val 10171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3958530"/>
            <a:ext cx="0" cy="749201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450" y="4085481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分支强大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8450" y="4352181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轻量级分支，轻松并行开发</a:t>
            </a:r>
            <a:endParaRPr lang="en-US" sz="1200" dirty="0"/>
          </a:p>
        </p:txBody>
      </p:sp>
      <p:pic>
        <p:nvPicPr>
          <p:cNvPr id="17" name="Image 0" descr="/Users/yhm/Desktop/DP_toC/claude_code_showcase/git_pptx/images/git_collabo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1490514"/>
            <a:ext cx="3174950" cy="31749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基本概念</a:t>
            </a:r>
            <a:endParaRPr lang="en-US" sz="2800" dirty="0"/>
          </a:p>
        </p:txBody>
      </p:sp>
      <p:pic>
        <p:nvPicPr>
          <p:cNvPr id="4" name="Image 0" descr="/Users/yhm/Desktop/DP_toC/claude_code_showcase/git_pptx/images/git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26" y="1300014"/>
            <a:ext cx="3555950" cy="3555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0651" y="1266527"/>
            <a:ext cx="39835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三个工作区域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730651" y="1771352"/>
            <a:ext cx="398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理解这三个区域是使用 Git 的基础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30651" y="2190452"/>
            <a:ext cx="3905399" cy="758726"/>
          </a:xfrm>
          <a:prstGeom prst="roundRect">
            <a:avLst>
              <a:gd name="adj" fmla="val 10043"/>
            </a:avLst>
          </a:prstGeom>
          <a:solidFill>
            <a:srgbClr val="EBF8FF"/>
          </a:solidFill>
          <a:ln w="19050">
            <a:solidFill>
              <a:srgbClr val="3182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902101" y="2336453"/>
            <a:ext cx="36337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 Working Directory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02101" y="2603153"/>
            <a:ext cx="3633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实际编辑文件的目录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30651" y="3076129"/>
            <a:ext cx="3905399" cy="758726"/>
          </a:xfrm>
          <a:prstGeom prst="roundRect">
            <a:avLst>
              <a:gd name="adj" fmla="val 10043"/>
            </a:avLst>
          </a:prstGeom>
          <a:solidFill>
            <a:srgbClr val="FEFCBF"/>
          </a:solidFill>
          <a:ln w="19050">
            <a:solidFill>
              <a:srgbClr val="D69E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02101" y="3222129"/>
            <a:ext cx="36337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暂存区 Staging Area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02101" y="3488829"/>
            <a:ext cx="3633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准备提交的更改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30651" y="3961805"/>
            <a:ext cx="3905399" cy="758726"/>
          </a:xfrm>
          <a:prstGeom prst="roundRect">
            <a:avLst>
              <a:gd name="adj" fmla="val 10043"/>
            </a:avLst>
          </a:prstGeom>
          <a:solidFill>
            <a:srgbClr val="C6F6D5"/>
          </a:solidFill>
          <a:ln w="19050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02101" y="4107805"/>
            <a:ext cx="36337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 Repository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02101" y="4374505"/>
            <a:ext cx="3633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永久保存的版本历史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初始化与配置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30077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开始使用 Git 的第一步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936403"/>
            <a:ext cx="3936950" cy="383977"/>
          </a:xfrm>
          <a:prstGeom prst="roundRect">
            <a:avLst>
              <a:gd name="adj" fmla="val 1984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037904"/>
            <a:ext cx="3627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35401" y="2004566"/>
            <a:ext cx="232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在当前目录创建新的 Git 仓库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472779"/>
            <a:ext cx="3936950" cy="383977"/>
          </a:xfrm>
          <a:prstGeom prst="roundRect">
            <a:avLst>
              <a:gd name="adj" fmla="val 1984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2574280"/>
            <a:ext cx="3627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[url]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5401" y="2540943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克隆远程仓库到本地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3009156"/>
            <a:ext cx="3936950" cy="431602"/>
          </a:xfrm>
          <a:prstGeom prst="roundRect">
            <a:avLst>
              <a:gd name="adj" fmla="val 1765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450" y="3110657"/>
            <a:ext cx="36270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"名字"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5401" y="3101132"/>
            <a:ext cx="1269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设置全局用户名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593157"/>
            <a:ext cx="3980111" cy="431602"/>
          </a:xfrm>
          <a:prstGeom prst="roundRect">
            <a:avLst>
              <a:gd name="adj" fmla="val 1765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450" y="3694658"/>
            <a:ext cx="36710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"邮箱"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8561" y="3685133"/>
            <a:ext cx="1450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设置全局邮箱地址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日常操作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最常用的 Git 命令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809452"/>
            <a:ext cx="2844701" cy="323850"/>
          </a:xfrm>
          <a:prstGeom prst="roundRect">
            <a:avLst>
              <a:gd name="adj" fmla="val 235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885652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43151" y="1857077"/>
            <a:ext cx="2188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查看当前工作区和暂存区状态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260253"/>
            <a:ext cx="2844701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336453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[文件]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3151" y="2326928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将文件添加到暂存区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749153"/>
            <a:ext cx="2844701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2825353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"说明"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3151" y="2815828"/>
            <a:ext cx="185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提交暂存区的更改到仓库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950" y="3238054"/>
            <a:ext cx="2844701" cy="323850"/>
          </a:xfrm>
          <a:prstGeom prst="roundRect">
            <a:avLst>
              <a:gd name="adj" fmla="val 235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3314254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3151" y="3285679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查看提交历史记录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950" y="3688854"/>
            <a:ext cx="2844701" cy="323850"/>
          </a:xfrm>
          <a:prstGeom prst="roundRect">
            <a:avLst>
              <a:gd name="adj" fmla="val 235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0350" y="3765054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43151" y="3736479"/>
            <a:ext cx="1683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查看未暂存的更改内容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工作流程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3983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典型工作流程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80781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6240" y="188074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5901" y="1771352"/>
            <a:ext cx="1139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修改代码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5901" y="1999952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在工作区编辑文件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36339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6240" y="243631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5901" y="2326928"/>
            <a:ext cx="1321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暂存更改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5901" y="2555528"/>
            <a:ext cx="13219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添加到暂存区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91896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6240" y="299189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5901" y="2882503"/>
            <a:ext cx="1258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提交更改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5901" y="3111103"/>
            <a:ext cx="12583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保存版本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347454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6240" y="354746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5901" y="3438079"/>
            <a:ext cx="1393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推送远程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5901" y="3666679"/>
            <a:ext cx="1393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同步到服务器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950" y="4057204"/>
            <a:ext cx="3905250" cy="514350"/>
          </a:xfrm>
          <a:prstGeom prst="roundRect">
            <a:avLst>
              <a:gd name="adj" fmla="val 14815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27000" y="4057204"/>
            <a:ext cx="0" cy="514350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550" y="4209604"/>
            <a:ext cx="3555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提示：频繁提交，原子性更改</a:t>
            </a:r>
            <a:endParaRPr lang="en-US" sz="1200" dirty="0"/>
          </a:p>
        </p:txBody>
      </p:sp>
      <p:pic>
        <p:nvPicPr>
          <p:cNvPr id="24" name="Image 0" descr="/Users/yhm/Desktop/DP_toC/claude_code_showcase/git_pptx/images/git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325" y="1427113"/>
            <a:ext cx="3301901" cy="330190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1492300"/>
            <a:ext cx="5181600" cy="2158901"/>
          </a:xfrm>
          <a:prstGeom prst="roundRect">
            <a:avLst>
              <a:gd name="adj" fmla="val 7059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06624" y="2000250"/>
            <a:ext cx="373075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第二章：高阶用法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06624" y="2828925"/>
            <a:ext cx="37307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分支管理 · 远程协作 · 高级技巧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77101" y="4800600"/>
            <a:ext cx="356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3983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分支操作命令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771352"/>
            <a:ext cx="2539901" cy="279202"/>
          </a:xfrm>
          <a:prstGeom prst="roundRect">
            <a:avLst>
              <a:gd name="adj" fmla="val 2274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83475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251" y="1810941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列出所有本地分支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152055"/>
            <a:ext cx="253990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215455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[名称]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251" y="2215455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创建新分支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2580382"/>
            <a:ext cx="253990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264378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[分支]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251" y="2643783"/>
            <a:ext cx="9970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切换到指定分支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3008709"/>
            <a:ext cx="253990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072110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[名称]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251" y="3072110"/>
            <a:ext cx="9970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创建并切换分支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3473648"/>
            <a:ext cx="253990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4901" y="3537049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[分支]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251" y="3437037"/>
            <a:ext cx="12372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合并指定分支到当前分支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3938588"/>
            <a:ext cx="253990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01" y="4001988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[名称]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251" y="4001988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删除已合并的分支</a:t>
            </a:r>
            <a:endParaRPr lang="en-US" sz="1100" dirty="0"/>
          </a:p>
        </p:txBody>
      </p:sp>
      <p:pic>
        <p:nvPicPr>
          <p:cNvPr id="23" name="Image 0" descr="/Users/yhm/Desktop/DP_toC/claude_code_showcase/git_pptx/images/git_bran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1490514"/>
            <a:ext cx="3174950" cy="31749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399413" y="4800600"/>
            <a:ext cx="4356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远程仓库操作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3983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远程协作命令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831777"/>
            <a:ext cx="3047851" cy="279202"/>
          </a:xfrm>
          <a:prstGeom prst="roundRect">
            <a:avLst>
              <a:gd name="adj" fmla="val 2274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895177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8202" y="1771352"/>
            <a:ext cx="7190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查看远程仓库信息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309515"/>
            <a:ext cx="304785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372916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[远程]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8202" y="2272903"/>
            <a:ext cx="7190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获取远程仓库最新数据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2811066"/>
            <a:ext cx="304785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2874466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[远程] [分支]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8202" y="2774454"/>
            <a:ext cx="7190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拉取并合并远程分支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3312616"/>
            <a:ext cx="304785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376017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[远程] [分支]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8202" y="3276005"/>
            <a:ext cx="7190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推送本地分支到远程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3814167"/>
            <a:ext cx="3047851" cy="326827"/>
          </a:xfrm>
          <a:prstGeom prst="roundRect">
            <a:avLst>
              <a:gd name="adj" fmla="val 194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4901" y="3877568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[名] [url]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8202" y="3777555"/>
            <a:ext cx="7190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添加新的远程仓库</a:t>
            </a:r>
            <a:endParaRPr lang="en-US" sz="1100" dirty="0"/>
          </a:p>
        </p:txBody>
      </p:sp>
      <p:pic>
        <p:nvPicPr>
          <p:cNvPr id="20" name="Image 0" descr="/Users/yhm/Desktop/DP_toC/claude_code_showcase/git_pptx/images/git_rem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1490514"/>
            <a:ext cx="3174950" cy="31749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09831" y="4800600"/>
            <a:ext cx="4250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合并与冲突解决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41227"/>
            <a:ext cx="3983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处理合并冲突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707952"/>
            <a:ext cx="3983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当两个分支修改同一文件的同一部分时，会产生冲突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069902"/>
            <a:ext cx="3905250" cy="631627"/>
          </a:xfrm>
          <a:prstGeom prst="roundRect">
            <a:avLst>
              <a:gd name="adj" fmla="val 1005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2069902"/>
            <a:ext cx="0" cy="631627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450" y="2171402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发现冲突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8450" y="2419052"/>
            <a:ext cx="36335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会在冲突文件中标记冲突区域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803029"/>
            <a:ext cx="3905250" cy="631627"/>
          </a:xfrm>
          <a:prstGeom prst="roundRect">
            <a:avLst>
              <a:gd name="adj" fmla="val 1005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803029"/>
            <a:ext cx="0" cy="631627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2904530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手动解决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8450" y="3152180"/>
            <a:ext cx="36335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编辑文件，选择保留的更改内容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3536156"/>
            <a:ext cx="3905250" cy="631627"/>
          </a:xfrm>
          <a:prstGeom prst="roundRect">
            <a:avLst>
              <a:gd name="adj" fmla="val 1005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3536156"/>
            <a:ext cx="0" cy="631627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450" y="3637657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标记解决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8450" y="3885307"/>
            <a:ext cx="36335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将解决后的文件加入暂存区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4269284"/>
            <a:ext cx="3905250" cy="631627"/>
          </a:xfrm>
          <a:prstGeom prst="roundRect">
            <a:avLst>
              <a:gd name="adj" fmla="val 1005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4269284"/>
            <a:ext cx="0" cy="631627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450" y="4370784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完成合并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8450" y="4618434"/>
            <a:ext cx="36335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提交合并结果</a:t>
            </a:r>
            <a:endParaRPr lang="en-US" sz="1000" dirty="0"/>
          </a:p>
        </p:txBody>
      </p:sp>
      <p:pic>
        <p:nvPicPr>
          <p:cNvPr id="22" name="Image 0" descr="/Users/yhm/Desktop/DP_toC/claude_code_showcase/git_pptx/images/git_confl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276" y="1554063"/>
            <a:ext cx="3048000" cy="3048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399413" y="4800600"/>
            <a:ext cx="4356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3983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变基操作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38002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Rebase 可以将分支移动到新的基准点，使提交历史更加线性整洁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298502"/>
            <a:ext cx="2793802" cy="355402"/>
          </a:xfrm>
          <a:prstGeom prst="roundRect">
            <a:avLst>
              <a:gd name="adj" fmla="val 17867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2361902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[分支]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54152" y="2247602"/>
            <a:ext cx="9782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将当前分支变基到目标分支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857202"/>
            <a:ext cx="2793802" cy="355402"/>
          </a:xfrm>
          <a:prstGeom prst="roundRect">
            <a:avLst>
              <a:gd name="adj" fmla="val 17867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2920603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-i HEAD~3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4152" y="2806303"/>
            <a:ext cx="9782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交互式变基最近3个提交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415903"/>
            <a:ext cx="2793802" cy="355402"/>
          </a:xfrm>
          <a:prstGeom prst="roundRect">
            <a:avLst>
              <a:gd name="adj" fmla="val 17867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479304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4152" y="3365004"/>
            <a:ext cx="9782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解决冲突后继续变基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950" y="3974604"/>
            <a:ext cx="2793802" cy="355402"/>
          </a:xfrm>
          <a:prstGeom prst="roundRect">
            <a:avLst>
              <a:gd name="adj" fmla="val 17867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4038005"/>
            <a:ext cx="2590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--abort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4152" y="3923705"/>
            <a:ext cx="9782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放弃当前变基操作</a:t>
            </a:r>
            <a:endParaRPr lang="en-US" sz="1200" dirty="0"/>
          </a:p>
        </p:txBody>
      </p:sp>
      <p:pic>
        <p:nvPicPr>
          <p:cNvPr id="18" name="Image 0" descr="/Users/yhm/Desktop/DP_toC/claude_code_showcase/git_pptx/images/git_re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276" y="1506438"/>
            <a:ext cx="3048000" cy="3048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399413" y="4800600"/>
            <a:ext cx="4356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3983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临时保存工作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38002"/>
            <a:ext cx="39833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当需要切换分支但不想提交当前更改时，可以使用 stash 临时保存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269927"/>
            <a:ext cx="2539901" cy="298252"/>
          </a:xfrm>
          <a:prstGeom prst="roundRect">
            <a:avLst>
              <a:gd name="adj" fmla="val 2129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2333327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251" y="2209502"/>
            <a:ext cx="12372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保存当前工作进度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790527"/>
            <a:ext cx="2539901" cy="298252"/>
          </a:xfrm>
          <a:prstGeom prst="roundRect">
            <a:avLst>
              <a:gd name="adj" fmla="val 2129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2853928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251" y="2730103"/>
            <a:ext cx="12372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查看所有保存的进度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311128"/>
            <a:ext cx="2539901" cy="298252"/>
          </a:xfrm>
          <a:prstGeom prst="roundRect">
            <a:avLst>
              <a:gd name="adj" fmla="val 2129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374529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251" y="3250704"/>
            <a:ext cx="12372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恢复最近的进度并删除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950" y="3831729"/>
            <a:ext cx="2539901" cy="298252"/>
          </a:xfrm>
          <a:prstGeom prst="roundRect">
            <a:avLst>
              <a:gd name="adj" fmla="val 2129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89513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251" y="3771305"/>
            <a:ext cx="12372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恢复进度但保留记录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950" y="4352330"/>
            <a:ext cx="2539901" cy="298252"/>
          </a:xfrm>
          <a:prstGeom prst="roundRect">
            <a:avLst>
              <a:gd name="adj" fmla="val 2129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441573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drop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251" y="4291905"/>
            <a:ext cx="12372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删除最近的进度记录</a:t>
            </a:r>
            <a:endParaRPr lang="en-US" sz="1200" dirty="0"/>
          </a:p>
        </p:txBody>
      </p:sp>
      <p:pic>
        <p:nvPicPr>
          <p:cNvPr id="21" name="Image 0" descr="/Users/yhm/Desktop/DP_toC/claude_code_showcase/git_pptx/images/git_st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276" y="1506438"/>
            <a:ext cx="3048000" cy="3048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99413" y="4800600"/>
            <a:ext cx="4356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总结与学习资源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3983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学习资源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771352"/>
            <a:ext cx="3905250" cy="603052"/>
          </a:xfrm>
          <a:prstGeom prst="roundRect">
            <a:avLst>
              <a:gd name="adj" fmla="val 1263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771352"/>
            <a:ext cx="0" cy="603052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1872853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官方文档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8450" y="2120503"/>
            <a:ext cx="3633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git-scm.com/doc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501354"/>
            <a:ext cx="3905250" cy="650677"/>
          </a:xfrm>
          <a:prstGeom prst="roundRect">
            <a:avLst>
              <a:gd name="adj" fmla="val 11711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2501354"/>
            <a:ext cx="0" cy="650677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2602855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Git 书籍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8450" y="2850505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免费在线电子书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3278981"/>
            <a:ext cx="3905250" cy="603052"/>
          </a:xfrm>
          <a:prstGeom prst="roundRect">
            <a:avLst>
              <a:gd name="adj" fmla="val 1263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3278981"/>
            <a:ext cx="0" cy="603052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450" y="3380482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指南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450" y="3628132"/>
            <a:ext cx="3633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docs.github.com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4008983"/>
            <a:ext cx="3905250" cy="603052"/>
          </a:xfrm>
          <a:prstGeom prst="roundRect">
            <a:avLst>
              <a:gd name="adj" fmla="val 1263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4008983"/>
            <a:ext cx="0" cy="603052"/>
          </a:xfrm>
          <a:prstGeom prst="line">
            <a:avLst/>
          </a:prstGeom>
          <a:noFill/>
          <a:ln w="38100">
            <a:solidFill>
              <a:srgbClr val="8C0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450" y="4110484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交互式学习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8450" y="4358134"/>
            <a:ext cx="3633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learngitbranching.js.org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0651" y="1266527"/>
            <a:ext cx="39835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30651" y="17713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5185" y="1812578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11502" y="1771352"/>
            <a:ext cx="1994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频繁提交，每次提交只做一件事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0651" y="212675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5185" y="2167979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11502" y="2126754"/>
            <a:ext cx="20952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写清晰的提交信息，说明"为什么"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30651" y="248215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5185" y="252338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11502" y="2482155"/>
            <a:ext cx="1424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使用分支进行功能开发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0651" y="283755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15185" y="287878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11502" y="2837557"/>
            <a:ext cx="1424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推送前先拉取最新代码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0651" y="319295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15185" y="323418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11502" y="3192959"/>
            <a:ext cx="1424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定期清理已合并的分支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99413" y="4800600"/>
            <a:ext cx="4356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使用教程</dc:title>
  <dc:subject>Git 基本用法与高阶用法</dc:subject>
  <dc:creator>Claude Code</dc:creator>
  <cp:lastModifiedBy>Claude Code</cp:lastModifiedBy>
  <cp:revision>1</cp:revision>
  <dcterms:created xsi:type="dcterms:W3CDTF">2026-03-18T12:28:29Z</dcterms:created>
  <dcterms:modified xsi:type="dcterms:W3CDTF">2026-03-18T12:28:29Z</dcterms:modified>
</cp:coreProperties>
</file>